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Time Series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with Attention Mechanism</a:t>
            </a:r>
          </a:p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series forecasting predicts future values using past data.</a:t>
            </a:r>
          </a:p>
          <a:p>
            <a:r>
              <a:t>Traditional models struggle with complex patterns.</a:t>
            </a:r>
          </a:p>
          <a:p>
            <a:r>
              <a:t>Deep learning improves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forecasting accuracy</a:t>
            </a:r>
          </a:p>
          <a:p>
            <a:r>
              <a:t>Compare classical and deep learning models</a:t>
            </a:r>
          </a:p>
          <a:p>
            <a:r>
              <a:t>Use attention for better interpretability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Multivariate time series</a:t>
            </a:r>
          </a:p>
          <a:p>
            <a:r>
              <a:t>Normalization</a:t>
            </a:r>
          </a:p>
          <a:p>
            <a:r>
              <a:t>Sliding window approach</a:t>
            </a:r>
          </a:p>
          <a:p>
            <a:r>
              <a:t>Train-test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ARIMA &amp; SARIMA</a:t>
            </a:r>
          </a:p>
          <a:p>
            <a:r>
              <a:t>LSTM &amp; GRU</a:t>
            </a:r>
          </a:p>
          <a:p>
            <a:r>
              <a:t>LSTM/GRU with Attention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RMSE</a:t>
            </a:r>
          </a:p>
          <a:p>
            <a:r>
              <a:t>MAE</a:t>
            </a:r>
          </a:p>
          <a:p>
            <a:r>
              <a:t>MAPE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Attention-based models outperform others</a:t>
            </a:r>
          </a:p>
          <a:p>
            <a:r>
              <a:t>GRU + Attention performs best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Robustness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Noise handling</a:t>
            </a:r>
          </a:p>
          <a:p>
            <a:r>
              <a:t>Concept drift</a:t>
            </a:r>
          </a:p>
          <a:p>
            <a:r>
              <a:t>Seasonal variations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improves forecasting</a:t>
            </a:r>
          </a:p>
          <a:p>
            <a:r>
              <a:t>Attention enhances accuracy and explainability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Transformers</a:t>
            </a:r>
          </a:p>
          <a:p>
            <a:r>
              <a:t>Real-time forecasting</a:t>
            </a:r>
          </a:p>
          <a:p>
            <a:r>
              <a:t>Probabilistic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